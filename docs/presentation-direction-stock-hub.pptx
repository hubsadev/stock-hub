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POINT DIRECTION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Stock Hub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Digitaliser le suivi du stock, des sorties et de la tracabilite materiel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Base de travail : compte rendu du 30/07/2026 + fichier Excel de suivi stock.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Objectif : sortir progressivement du papier et fiabiliser les controles.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01</a:t>
            </a:r>
            <a:endParaRPr lang="fr-FR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02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Ce qui a declenche le besoin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Constats du compte rendu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Les bons de sortie sont encore manuscrits sur papier.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Les documents peuvent etre perdus, modifies, dechires ou mal archives.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Les photocopies et justificatifs sont parfois peu lisibles.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La tracabilite des mouvements de materiel reste limitee.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02</a:t>
            </a:r>
            <a:endParaRPr lang="fr-FR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03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Risque actuel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Ce que le papier rend difficile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Savoir rapidement qui a pris quel materiel, quand et pour quel usage.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Garantir l'authenticite d'un bon de sortie ou d'un retour.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Retrouver les pieces lors d'un controle ou d'un audit.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Suivre le stock reel entre entrepot, siege, chantiers et personnes.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03</a:t>
            </a:r>
            <a:endParaRPr lang="fr-FR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04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Objectif de Stock Hub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Une application simple, utile et compatible avec le futur ERP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Centraliser le stock et les mouvements dans une base commune.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Consulter le stock en temps reel par les personnes autorisees.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Codifier et identifier les articles, outils et equipements.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Tracer entrees, sorties, retours, transferts, inventaires et alertes.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04</a:t>
            </a:r>
            <a:endParaRPr lang="fr-FR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05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Ce que l'application doit remplacer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Du papier et Excel vers un suivi fiable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Bons de sortie papier -&gt; demandes et sorties en ligne.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Archivage manuel -&gt; historique et pieces jointes centralises.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Recherche difficile -&gt; recherche par code, article, personne, projet ou emplacement.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Stock approximatif -&gt; stock calcule depuis les mouvements.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05</a:t>
            </a:r>
            <a:endParaRPr lang="fr-FR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06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Parcours principal cible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De la demande au controle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Referentiel : articles, equipements, emplacements, fournisseurs, employes, projets.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Entree stock : reception du materiel et augmentation du stock.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Sortie stock : demande, validation, remise du materiel et preuve associee.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Retour / transfert : suivi du materiel apres utilisation.</a:t>
            </a:r>
            <a:endParaRPr lang="fr-FR" sz="1750"/>
          </a:p>
        </p:txBody>
      </p:sp>
      <p:sp>
        <p:nvSpPr>
          <p:cNvPr id="24" name="Rect 24"/>
          <p:cNvSpPr/>
          <p:nvPr/>
        </p:nvSpPr>
        <p:spPr>
          <a:xfrm>
            <a:off x="760000" y="434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1030000" y="429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Inventaire / audit : ecarts, etat du materiel, alertes et regularisation.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06</a:t>
            </a:r>
            <a:endParaRPr lang="fr-FR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07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Modules prevus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Version simple mais complete pour le terrain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Tableau de bord : articles actifs, ruptures, mouvements du jour, alertes.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Vue Stock : consultation du stock par article et par emplacement.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Entrees / Sorties : mouvements traces et non simplement notes sur papier.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Equipements / Parc auto : suivi des biens identifies individuellement.</a:t>
            </a:r>
            <a:endParaRPr lang="fr-FR" sz="1750"/>
          </a:p>
        </p:txBody>
      </p:sp>
      <p:sp>
        <p:nvSpPr>
          <p:cNvPr id="24" name="Rect 24"/>
          <p:cNvSpPr/>
          <p:nvPr/>
        </p:nvSpPr>
        <p:spPr>
          <a:xfrm>
            <a:off x="760000" y="434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1030000" y="429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Inventaire : comptage par emplacement + synthese globale.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07</a:t>
            </a:r>
            <a:endParaRPr lang="fr-FR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08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Roles utilisateurs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Des acces differents selon les responsabilites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Admin Stock : parametrage, referentiels et droits.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Gestionnaire stock : entrees, sorties, retours, transferts, inventaire.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Audit / controle : consultation, ecarts, alertes, historique, preuves.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Chefs projet : consultation stock et demandes de sortie.</a:t>
            </a:r>
            <a:endParaRPr lang="fr-FR" sz="1750"/>
          </a:p>
        </p:txBody>
      </p:sp>
      <p:sp>
        <p:nvSpPr>
          <p:cNvPr id="24" name="Rect 24"/>
          <p:cNvSpPr/>
          <p:nvPr/>
        </p:nvSpPr>
        <p:spPr>
          <a:xfrm>
            <a:off x="760000" y="434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1030000" y="429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Direction : vue globale, indicateurs, risques et controle.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08</a:t>
            </a:r>
            <a:endParaRPr lang="fr-FR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09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Points deja bien cadrees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Decisions prises pour eviter la confusion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Un code article designe une reference, pas chaque piece identique.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Un code equipement designe une piece suivie individuellement.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L'inventaire se fait par emplacement, puis une synthese globale consolide.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Le stock actuel vient des mouvements, pas d'une saisie libre.</a:t>
            </a:r>
            <a:endParaRPr lang="fr-FR" sz="1750"/>
          </a:p>
        </p:txBody>
      </p:sp>
      <p:sp>
        <p:nvSpPr>
          <p:cNvPr id="24" name="Rect 24"/>
          <p:cNvSpPr/>
          <p:nvPr/>
        </p:nvSpPr>
        <p:spPr>
          <a:xfrm>
            <a:off x="760000" y="434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1030000" y="429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Les bons papier reels serviront a ajuster les champs et futurs PDF.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09</a:t>
            </a:r>
            <a:endParaRPr lang="fr-FR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10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Roadmap proposee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Avancer par lots courts et controlables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Lot 0 : cadrage, reprise Excel et validation des champs terrain.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Lot 1 : referentiels stock et import initial.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Lot 2 : entrees, sorties, blocage stock insuffisant, historique.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Lot 3 : retours, equipements, affectations et parc auto.</a:t>
            </a:r>
            <a:endParaRPr lang="fr-FR" sz="1750"/>
          </a:p>
        </p:txBody>
      </p:sp>
      <p:sp>
        <p:nvSpPr>
          <p:cNvPr id="24" name="Rect 24"/>
          <p:cNvSpPr/>
          <p:nvPr/>
        </p:nvSpPr>
        <p:spPr>
          <a:xfrm>
            <a:off x="760000" y="434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1030000" y="429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Lot 4 : inventaire, alertes, audit, exports et pieces jointes.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10</a:t>
            </a:r>
            <a:endParaRPr lang="fr-FR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11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Ce qui reste a valider avec la direction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Decisions utiles avant developpement complet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Qui peut valider une sortie de materiel ?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Quelles signatures ou preuves sont obligatoires ?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Quels bons doivent etre generes en PDF ?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Quels controles audit sont bloquants ?</a:t>
            </a:r>
            <a:endParaRPr lang="fr-FR" sz="1750"/>
          </a:p>
        </p:txBody>
      </p:sp>
      <p:sp>
        <p:nvSpPr>
          <p:cNvPr id="24" name="Rect 24"/>
          <p:cNvSpPr/>
          <p:nvPr/>
        </p:nvSpPr>
        <p:spPr>
          <a:xfrm>
            <a:off x="760000" y="434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1030000" y="429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Quels indicateurs la direction veut suivre chaque semaine ?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11</a:t>
            </a:r>
            <a:endParaRPr lang="fr-FR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50000" y="320000"/>
            <a:ext cx="3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b/>
                <a:solidFill>
                  <a:srgbClr val="3042FF"/>
                </a:solidFill>
              </a:rPr>
              <a:t>STOCK HUB / 12</a:t>
            </a:r>
            <a:endParaRPr lang="fr-FR" sz="1200"/>
          </a:p>
        </p:txBody>
      </p:sp>
      <p:sp>
        <p:nvSpPr>
          <p:cNvPr id="5" name="Text 5"/>
          <p:cNvSpPr txBox="1"/>
          <p:nvPr/>
        </p:nvSpPr>
        <p:spPr>
          <a:xfrm>
            <a:off x="650000" y="720000"/>
            <a:ext cx="720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300">
                <a:b/>
                <a:solidFill>
                  <a:srgbClr val="0F172A"/>
                </a:solidFill>
              </a:rPr>
              <a:t>Conclusion</a:t>
            </a:r>
            <a:endParaRPr lang="fr-FR" sz="3300"/>
          </a:p>
        </p:txBody>
      </p:sp>
      <p:sp>
        <p:nvSpPr>
          <p:cNvPr id="6" name="Text 6"/>
          <p:cNvSpPr txBox="1"/>
          <p:nvPr/>
        </p:nvSpPr>
        <p:spPr>
          <a:xfrm>
            <a:off x="650000" y="134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>
                <a:solidFill>
                  <a:srgbClr val="64748B"/>
                </a:solidFill>
              </a:rPr>
              <a:t>On est sur la bonne voie</a:t>
            </a:r>
            <a:endParaRPr lang="fr-FR" sz="1600"/>
          </a:p>
        </p:txBody>
      </p:sp>
      <p:sp>
        <p:nvSpPr>
          <p:cNvPr id="20" name="Rect 20"/>
          <p:cNvSpPr/>
          <p:nvPr/>
        </p:nvSpPr>
        <p:spPr>
          <a:xfrm>
            <a:off x="760000" y="210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30000" y="205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Le besoin du compte rendu est clair : fiabiliser la gestion stock et sortir du papier.</a:t>
            </a:r>
            <a:endParaRPr lang="fr-FR" sz="1750"/>
          </a:p>
        </p:txBody>
      </p:sp>
      <p:sp>
        <p:nvSpPr>
          <p:cNvPr id="21" name="Rect 21"/>
          <p:cNvSpPr/>
          <p:nvPr/>
        </p:nvSpPr>
        <p:spPr>
          <a:xfrm>
            <a:off x="760000" y="266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30000" y="261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La maquette actuelle couvre les bons sujets : stock, mouvements, demandes, inventaire, audit.</a:t>
            </a:r>
            <a:endParaRPr lang="fr-FR" sz="1750"/>
          </a:p>
        </p:txBody>
      </p:sp>
      <p:sp>
        <p:nvSpPr>
          <p:cNvPr id="22" name="Rect 22"/>
          <p:cNvSpPr/>
          <p:nvPr/>
        </p:nvSpPr>
        <p:spPr>
          <a:xfrm>
            <a:off x="760000" y="322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1030000" y="317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La suite consiste a confronter la maquette aux vrais bons papier et aux usages terrain.</a:t>
            </a:r>
            <a:endParaRPr lang="fr-FR" sz="1750"/>
          </a:p>
        </p:txBody>
      </p:sp>
      <p:sp>
        <p:nvSpPr>
          <p:cNvPr id="23" name="Rect 23"/>
          <p:cNvSpPr/>
          <p:nvPr/>
        </p:nvSpPr>
        <p:spPr>
          <a:xfrm>
            <a:off x="760000" y="3780000"/>
            <a:ext cx="130000" cy="130000"/>
          </a:xfrm>
          <a:prstGeom prst="roundRect">
            <a:avLst/>
          </a:prstGeom>
          <a:solidFill>
            <a:srgbClr val="3042FF"/>
          </a:solidFill>
          <a:ln w="12700">
            <a:solidFill>
              <a:srgbClr val="3042F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30000" y="3730000"/>
            <a:ext cx="99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750">
                <a:solidFill>
                  <a:srgbClr val="1F2937"/>
                </a:solidFill>
              </a:rPr>
              <a:t>Stock Hub reste simple : une app operationnelle maintenant, compatible avec HubERP plus tard.</a:t>
            </a:r>
            <a:endParaRPr lang="fr-FR" sz="1750"/>
          </a:p>
        </p:txBody>
      </p:sp>
      <p:sp>
        <p:nvSpPr>
          <p:cNvPr id="90" name="Text 90"/>
          <p:cNvSpPr txBox="1"/>
          <p:nvPr/>
        </p:nvSpPr>
        <p:spPr>
          <a:xfrm>
            <a:off x="10600000" y="6250000"/>
            <a:ext cx="95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>
                <a:b/>
                <a:solidFill>
                  <a:srgbClr val="94A3B8"/>
                </a:solidFill>
              </a:rPr>
              <a:t>12</a:t>
            </a:r>
            <a:endParaRPr lang="fr-FR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Hub">
  <a:themeElements>
    <a:clrScheme name="StockHub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3042FF"/>
      </a:accent1>
      <a:accent2>
        <a:srgbClr val="10B981"/>
      </a:accent2>
      <a:accent3>
        <a:srgbClr val="F59E0B"/>
      </a:accent3>
      <a:accent4>
        <a:srgbClr val="EF4444"/>
      </a:accent4>
      <a:accent5>
        <a:srgbClr val="64748B"/>
      </a:accent5>
      <a:accent6>
        <a:srgbClr val="0EA5E9"/>
      </a:accent6>
      <a:hlink>
        <a:srgbClr val="3042FF"/>
      </a:hlink>
      <a:folHlink>
        <a:srgbClr val="6366F1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Stock Hub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Direction - Stock Hub</dc:title>
  <dc:creator>Stock Hub</dc:creator>
  <cp:lastModifiedBy>Stock Hub</cp:lastModifiedBy>
  <dcterms:created xsi:type="dcterms:W3CDTF">2026-08-03T16:47:50Z</dcterms:created>
  <dcterms:modified xsi:type="dcterms:W3CDTF">2026-08-03T16:47:50Z</dcterms:modified>
</cp:coreProperties>
</file>